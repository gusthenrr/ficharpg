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70668">
            <a:off x="13840826" y="3056056"/>
            <a:ext cx="2719884" cy="2719884"/>
          </a:xfrm>
          <a:custGeom>
            <a:avLst/>
            <a:gdLst/>
            <a:ahLst/>
            <a:cxnLst/>
            <a:rect r="r" b="b" t="t" l="l"/>
            <a:pathLst>
              <a:path h="2719884" w="2719884">
                <a:moveTo>
                  <a:pt x="0" y="0"/>
                </a:moveTo>
                <a:lnTo>
                  <a:pt x="2719884" y="0"/>
                </a:lnTo>
                <a:lnTo>
                  <a:pt x="2719884" y="2719884"/>
                </a:lnTo>
                <a:lnTo>
                  <a:pt x="0" y="2719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21387">
            <a:off x="12839748" y="1756361"/>
            <a:ext cx="4968932" cy="4968932"/>
          </a:xfrm>
          <a:custGeom>
            <a:avLst/>
            <a:gdLst/>
            <a:ahLst/>
            <a:cxnLst/>
            <a:rect r="r" b="b" t="t" l="l"/>
            <a:pathLst>
              <a:path h="4968932" w="4968932">
                <a:moveTo>
                  <a:pt x="0" y="0"/>
                </a:moveTo>
                <a:lnTo>
                  <a:pt x="4968932" y="0"/>
                </a:lnTo>
                <a:lnTo>
                  <a:pt x="4968932" y="4968932"/>
                </a:lnTo>
                <a:lnTo>
                  <a:pt x="0" y="4968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8750" y="2194230"/>
            <a:ext cx="15430500" cy="171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Interface D&amp;D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9994" y="5793754"/>
            <a:ext cx="11870774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Alunos: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Gustavo Figueiredo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Gustavo Henrique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Marcos Paulo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43" y="8286748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3"/>
                </a:lnTo>
                <a:lnTo>
                  <a:pt x="0" y="179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" t="0" r="-56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4163" y="90487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38624"/>
            <a:ext cx="15830550" cy="129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3"/>
              </a:lnSpc>
              <a:spcBef>
                <a:spcPct val="0"/>
              </a:spcBef>
            </a:pPr>
            <a:r>
              <a:rPr lang="en-US" sz="247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Esta interface foi feita com o objetivo de facilitar a criação de ficha de rpg do tipo Dungeons &amp; Dragons, tendo as opções de organizar os atributos, selecionar a classe e raça, definir a vida e simular um combate entre o jogador e um monstro pré definido para testar a ficha criada.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16154" y="936752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6604" y="754063"/>
            <a:ext cx="5482828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Publico Alvo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28779"/>
            <a:ext cx="16230600" cy="129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  <a:spcBef>
                <a:spcPct val="0"/>
              </a:spcBef>
            </a:pPr>
            <a:r>
              <a:rPr lang="en-US" sz="24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publico alvo dessa interface é jogadores de RPG, porem com um foco maior nos iniciantes que estão aprendendo a montar suas fichas ainda, porem jogadores experientes também podem usar por conta de seu sistema simplificado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5743" y="8286748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3"/>
                </a:lnTo>
                <a:lnTo>
                  <a:pt x="0" y="179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" t="0" r="-56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80" y="8236443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2"/>
                </a:lnTo>
                <a:lnTo>
                  <a:pt x="0" y="1796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" t="0" r="-5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3834" y="2216908"/>
            <a:ext cx="8364422" cy="5853184"/>
          </a:xfrm>
          <a:custGeom>
            <a:avLst/>
            <a:gdLst/>
            <a:ahLst/>
            <a:cxnLst/>
            <a:rect r="r" b="b" t="t" l="l"/>
            <a:pathLst>
              <a:path h="5853184" w="8364422">
                <a:moveTo>
                  <a:pt x="0" y="0"/>
                </a:moveTo>
                <a:lnTo>
                  <a:pt x="8364423" y="0"/>
                </a:lnTo>
                <a:lnTo>
                  <a:pt x="8364423" y="5853184"/>
                </a:lnTo>
                <a:lnTo>
                  <a:pt x="0" y="5853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322" t="-12654" r="-40615" b="-1313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216908"/>
            <a:ext cx="8901372" cy="5853184"/>
          </a:xfrm>
          <a:custGeom>
            <a:avLst/>
            <a:gdLst/>
            <a:ahLst/>
            <a:cxnLst/>
            <a:rect r="r" b="b" t="t" l="l"/>
            <a:pathLst>
              <a:path h="5853184" w="8901372">
                <a:moveTo>
                  <a:pt x="0" y="0"/>
                </a:moveTo>
                <a:lnTo>
                  <a:pt x="8901372" y="0"/>
                </a:lnTo>
                <a:lnTo>
                  <a:pt x="8901372" y="5853184"/>
                </a:lnTo>
                <a:lnTo>
                  <a:pt x="0" y="5853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123" t="0" r="-1671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87329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Login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2583" y="2451359"/>
            <a:ext cx="15126857" cy="7440250"/>
          </a:xfrm>
          <a:custGeom>
            <a:avLst/>
            <a:gdLst/>
            <a:ahLst/>
            <a:cxnLst/>
            <a:rect r="r" b="b" t="t" l="l"/>
            <a:pathLst>
              <a:path h="7440250" w="15126857">
                <a:moveTo>
                  <a:pt x="0" y="0"/>
                </a:moveTo>
                <a:lnTo>
                  <a:pt x="15126857" y="0"/>
                </a:lnTo>
                <a:lnTo>
                  <a:pt x="15126857" y="7440251"/>
                </a:lnTo>
                <a:lnTo>
                  <a:pt x="0" y="744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36" t="0" r="-3636" b="-79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Criação do personagem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5743" y="8286748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3"/>
                </a:lnTo>
                <a:lnTo>
                  <a:pt x="0" y="1796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2" t="0" r="-562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43" y="8286748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3"/>
                </a:lnTo>
                <a:lnTo>
                  <a:pt x="0" y="179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" t="0" r="-5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47" y="3189986"/>
            <a:ext cx="7885922" cy="5594123"/>
          </a:xfrm>
          <a:custGeom>
            <a:avLst/>
            <a:gdLst/>
            <a:ahLst/>
            <a:cxnLst/>
            <a:rect r="r" b="b" t="t" l="l"/>
            <a:pathLst>
              <a:path h="5594123" w="7885922">
                <a:moveTo>
                  <a:pt x="0" y="0"/>
                </a:moveTo>
                <a:lnTo>
                  <a:pt x="7885921" y="0"/>
                </a:lnTo>
                <a:lnTo>
                  <a:pt x="7885921" y="5594123"/>
                </a:lnTo>
                <a:lnTo>
                  <a:pt x="0" y="5594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306" t="0" r="-2400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8802" y="3175859"/>
            <a:ext cx="8091665" cy="5608250"/>
          </a:xfrm>
          <a:custGeom>
            <a:avLst/>
            <a:gdLst/>
            <a:ahLst/>
            <a:cxnLst/>
            <a:rect r="r" b="b" t="t" l="l"/>
            <a:pathLst>
              <a:path h="5608250" w="8091665">
                <a:moveTo>
                  <a:pt x="0" y="0"/>
                </a:moveTo>
                <a:lnTo>
                  <a:pt x="8091665" y="0"/>
                </a:lnTo>
                <a:lnTo>
                  <a:pt x="8091665" y="5608250"/>
                </a:lnTo>
                <a:lnTo>
                  <a:pt x="0" y="560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307" t="0" r="-2135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034256" y="773170"/>
            <a:ext cx="162306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Implementação da vida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43" y="8286748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3"/>
                </a:lnTo>
                <a:lnTo>
                  <a:pt x="0" y="179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" t="0" r="-5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4642" y="2425700"/>
            <a:ext cx="14729453" cy="7291079"/>
          </a:xfrm>
          <a:custGeom>
            <a:avLst/>
            <a:gdLst/>
            <a:ahLst/>
            <a:cxnLst/>
            <a:rect r="r" b="b" t="t" l="l"/>
            <a:pathLst>
              <a:path h="7291079" w="14729453">
                <a:moveTo>
                  <a:pt x="0" y="0"/>
                </a:moveTo>
                <a:lnTo>
                  <a:pt x="14729453" y="0"/>
                </a:lnTo>
                <a:lnTo>
                  <a:pt x="14729453" y="7291079"/>
                </a:lnTo>
                <a:lnTo>
                  <a:pt x="0" y="72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6003" y="1038225"/>
            <a:ext cx="1505801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Implementação da 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16154" y="936752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80" y="8236443"/>
            <a:ext cx="1776840" cy="1796823"/>
          </a:xfrm>
          <a:custGeom>
            <a:avLst/>
            <a:gdLst/>
            <a:ahLst/>
            <a:cxnLst/>
            <a:rect r="r" b="b" t="t" l="l"/>
            <a:pathLst>
              <a:path h="1796823" w="1776840">
                <a:moveTo>
                  <a:pt x="0" y="0"/>
                </a:moveTo>
                <a:lnTo>
                  <a:pt x="1776840" y="0"/>
                </a:lnTo>
                <a:lnTo>
                  <a:pt x="1776840" y="1796822"/>
                </a:lnTo>
                <a:lnTo>
                  <a:pt x="0" y="1796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" t="0" r="-5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2863" y="2323345"/>
            <a:ext cx="14160063" cy="7393434"/>
          </a:xfrm>
          <a:custGeom>
            <a:avLst/>
            <a:gdLst/>
            <a:ahLst/>
            <a:cxnLst/>
            <a:rect r="r" b="b" t="t" l="l"/>
            <a:pathLst>
              <a:path h="7393434" w="14160063">
                <a:moveTo>
                  <a:pt x="0" y="0"/>
                </a:moveTo>
                <a:lnTo>
                  <a:pt x="14160063" y="0"/>
                </a:lnTo>
                <a:lnTo>
                  <a:pt x="14160063" y="7393434"/>
                </a:lnTo>
                <a:lnTo>
                  <a:pt x="0" y="7393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56" t="0" r="-232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416154" y="936752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003" y="1038225"/>
            <a:ext cx="1505801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Resultado final da Ficha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DAG4bo-Dmt4</dc:identifier>
  <dcterms:modified xsi:type="dcterms:W3CDTF">2011-08-01T06:04:30Z</dcterms:modified>
  <cp:revision>1</cp:revision>
  <dc:title>White and Light Simple Presentation</dc:title>
</cp:coreProperties>
</file>